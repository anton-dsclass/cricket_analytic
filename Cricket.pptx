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26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175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0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13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086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27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80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305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7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65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44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DDDF5-50FB-4D01-86E1-E6C945FEA581}" type="datetimeFigureOut">
              <a:rPr lang="en-US" smtClean="0"/>
              <a:t>03-Dec-25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9590B-D814-4680-9B79-4E1E20888C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58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25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25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2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25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25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25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25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1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1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1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ANTON</dc:creator>
  <cp:lastModifiedBy>ANTON</cp:lastModifiedBy>
  <cp:revision>6</cp:revision>
  <dcterms:created xsi:type="dcterms:W3CDTF">2025-12-01T05:18:07Z</dcterms:created>
  <dcterms:modified xsi:type="dcterms:W3CDTF">2025-12-03T10:02:47Z</dcterms:modified>
</cp:coreProperties>
</file>